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Economica" panose="020B0604020202020204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 varScale="1">
        <p:scale>
          <a:sx n="105" d="100"/>
          <a:sy n="105" d="100"/>
        </p:scale>
        <p:origin x="82" y="3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3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b3f3d608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b3f3d608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b3f3d608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b3f3d608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b3f3d608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b3f3d608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b3f3d608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b3f3d608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b3f3d608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b3f3d608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b3f3d608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b3f3d608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b3f3d608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b3f3d608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55134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Guided Capstone – Big Mountain Pricing Strategy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i="1"/>
              <a:t>Using data to guide pricing and growth decisions</a:t>
            </a:r>
            <a:endParaRPr sz="26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Identification</a:t>
            </a: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Big Mountain wants to understand if its ticket pricing is aligned with the market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There’s an opportunity to explore whether the resort could charge more based on its facilities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goal is to find a balance between staying competitive and increasing revenue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</a:t>
            </a: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data suggests Big Mountain can support a modest increase in ticket price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Small improvements in key areas (runs, vertical drop, lifts) have the biggest impact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 of a big change, a gradual price increase would be the safest approach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Big Mountain is already priced in the mid-to-high range compared to similar resorts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 few key features strongly influence pricing: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Number of runs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Vertical drop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Total chairs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Other features, like longest run, don’t make a big difference in price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Approach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Used two models: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Linear Regression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Random Forest (selected)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Random Forest performed better based on accuracy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Feature importance helped identify key pricing drivers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Analysis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Scenario 2 → strongest increase in price &amp; revenue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Scenario 3 → small additional improvement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Scenario 6 → minimal impact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79AD2C-C7EC-224E-9E82-D9BA01529AE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0176" y="1153250"/>
            <a:ext cx="3062074" cy="36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Revenue Impact: Business Perspective</a:t>
            </a:r>
            <a:endParaRPr dirty="0"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Facility upgrades can increase overall revenue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Additional costs (like chair lift) can be offset by price increases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Testing changes gradually reduces risk 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A02AA0-6468-D392-B810-ADF00A1A1A3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2483" y="1113724"/>
            <a:ext cx="3217874" cy="371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&amp; Conclusion</a:t>
            </a:r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The analysis shows clear potential to increase pricing in a controlled way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Focusing on the right improvements can strengthen both value and revenue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A gradual, test-and-learn approach is the best path forward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Overall, the model provides a strong foundation for future decisions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On-screen Show (16:9)</PresentationFormat>
  <Paragraphs>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Economica</vt:lpstr>
      <vt:lpstr>Arial</vt:lpstr>
      <vt:lpstr>Open Sans</vt:lpstr>
      <vt:lpstr>Luxe</vt:lpstr>
      <vt:lpstr>Guided Capstone – Big Mountain Pricing Strategy</vt:lpstr>
      <vt:lpstr>Problem Identification</vt:lpstr>
      <vt:lpstr>Recommendation</vt:lpstr>
      <vt:lpstr>Key Findings</vt:lpstr>
      <vt:lpstr>Modeling Approach</vt:lpstr>
      <vt:lpstr>Scenario Analysis</vt:lpstr>
      <vt:lpstr>Revenue Impact: Business Perspective</vt:lpstr>
      <vt:lpstr>Summary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sameer s</dc:creator>
  <cp:lastModifiedBy>Office</cp:lastModifiedBy>
  <cp:revision>1</cp:revision>
  <dcterms:modified xsi:type="dcterms:W3CDTF">2026-04-09T20:52:10Z</dcterms:modified>
</cp:coreProperties>
</file>